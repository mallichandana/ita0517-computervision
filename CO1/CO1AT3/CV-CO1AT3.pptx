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224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97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53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57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079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167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77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48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406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1270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11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6387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1503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237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47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C8495-2823-46B4-B51D-93C10A2BFF1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0C202A8-7FCA-4553-8B7A-09BC1CE7B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446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8070E-F1B8-6E0B-5915-86A610C50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8317" y="1344168"/>
            <a:ext cx="8915399" cy="226278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Analyze Image Distortion and Its Effect on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D55C3-9B8E-95A2-0FA0-8593F5010111}"/>
              </a:ext>
            </a:extLst>
          </p:cNvPr>
          <p:cNvSpPr txBox="1"/>
          <p:nvPr/>
        </p:nvSpPr>
        <p:spPr>
          <a:xfrm>
            <a:off x="9134856" y="5135802"/>
            <a:ext cx="38130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M.CHANDANA</a:t>
            </a:r>
          </a:p>
          <a:p>
            <a:r>
              <a:rPr lang="en-IN" sz="2800" b="1" dirty="0"/>
              <a:t>192472250</a:t>
            </a:r>
          </a:p>
        </p:txBody>
      </p:sp>
    </p:spTree>
    <p:extLst>
      <p:ext uri="{BB962C8B-B14F-4D97-AF65-F5344CB8AC3E}">
        <p14:creationId xmlns:p14="http://schemas.microsoft.com/office/powerpoint/2010/main" val="60710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91989A-AD38-5BE3-CC10-1A6E0C78F95B}"/>
              </a:ext>
            </a:extLst>
          </p:cNvPr>
          <p:cNvSpPr txBox="1"/>
          <p:nvPr/>
        </p:nvSpPr>
        <p:spPr>
          <a:xfrm>
            <a:off x="2946654" y="1393442"/>
            <a:ext cx="779754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Image Distortion?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distortion is any unwanted change in an image.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image quality.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occurs during image capture, transmission, or storage.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Distortion affects computer vision and image processing accuracy.</a:t>
            </a:r>
          </a:p>
        </p:txBody>
      </p:sp>
    </p:spTree>
    <p:extLst>
      <p:ext uri="{BB962C8B-B14F-4D97-AF65-F5344CB8AC3E}">
        <p14:creationId xmlns:p14="http://schemas.microsoft.com/office/powerpoint/2010/main" val="1544707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1A0333-BC25-10B2-88A4-F465E5BBD2F3}"/>
              </a:ext>
            </a:extLst>
          </p:cNvPr>
          <p:cNvSpPr txBox="1"/>
          <p:nvPr/>
        </p:nvSpPr>
        <p:spPr>
          <a:xfrm>
            <a:off x="2498598" y="1043631"/>
            <a:ext cx="8410194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of Image Distortion</a:t>
            </a:r>
          </a:p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Causes</a:t>
            </a:r>
          </a:p>
          <a:p>
            <a:pPr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movement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Out-of-focus lens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lighting conditions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noise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Lens defects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compression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errors</a:t>
            </a:r>
          </a:p>
        </p:txBody>
      </p:sp>
    </p:spTree>
    <p:extLst>
      <p:ext uri="{BB962C8B-B14F-4D97-AF65-F5344CB8AC3E}">
        <p14:creationId xmlns:p14="http://schemas.microsoft.com/office/powerpoint/2010/main" val="1390958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56BED5-014B-C4D9-8383-CBEA43D57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021634"/>
              </p:ext>
            </p:extLst>
          </p:nvPr>
        </p:nvGraphicFramePr>
        <p:xfrm>
          <a:off x="2406904" y="2570480"/>
          <a:ext cx="8127999" cy="2219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5188971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8517274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044551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Distortion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6718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Camera shake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 of sharpness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472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pixels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95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Motion Blur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Moving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00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Geometric Distortion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Lens 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Warped image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136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JPEG saving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 artifacts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2239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70BC388-3967-EBEC-395D-06955C036F2C}"/>
              </a:ext>
            </a:extLst>
          </p:cNvPr>
          <p:cNvSpPr txBox="1"/>
          <p:nvPr/>
        </p:nvSpPr>
        <p:spPr>
          <a:xfrm>
            <a:off x="2105406" y="1036058"/>
            <a:ext cx="609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Image Distortion</a:t>
            </a:r>
          </a:p>
        </p:txBody>
      </p:sp>
    </p:spTree>
    <p:extLst>
      <p:ext uri="{BB962C8B-B14F-4D97-AF65-F5344CB8AC3E}">
        <p14:creationId xmlns:p14="http://schemas.microsoft.com/office/powerpoint/2010/main" val="129297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4D3217-1D4A-71A9-B2D8-BC332F381E30}"/>
              </a:ext>
            </a:extLst>
          </p:cNvPr>
          <p:cNvSpPr txBox="1"/>
          <p:nvPr/>
        </p:nvSpPr>
        <p:spPr>
          <a:xfrm>
            <a:off x="2480310" y="1270891"/>
            <a:ext cx="609447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 on Image Processing</a:t>
            </a:r>
          </a:p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Distortion affects:</a:t>
            </a:r>
          </a:p>
          <a:p>
            <a:pPr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(Text Recognition)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accuracy and poor system performance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4635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947812-53D5-2384-BD99-5410D0C9E3F3}"/>
              </a:ext>
            </a:extLst>
          </p:cNvPr>
          <p:cNvSpPr txBox="1"/>
          <p:nvPr/>
        </p:nvSpPr>
        <p:spPr>
          <a:xfrm>
            <a:off x="2663190" y="428178"/>
            <a:ext cx="609447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Blur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Noise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JPEG Compression</a:t>
            </a:r>
          </a:p>
        </p:txBody>
      </p:sp>
    </p:spTree>
    <p:extLst>
      <p:ext uri="{BB962C8B-B14F-4D97-AF65-F5344CB8AC3E}">
        <p14:creationId xmlns:p14="http://schemas.microsoft.com/office/powerpoint/2010/main" val="2555874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E8B1810-F336-5BC3-1991-033A83506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742" y="1048004"/>
            <a:ext cx="7938516" cy="5292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16E0B3-EA09-A613-F84E-278B53AFBA24}"/>
              </a:ext>
            </a:extLst>
          </p:cNvPr>
          <p:cNvSpPr txBox="1"/>
          <p:nvPr/>
        </p:nvSpPr>
        <p:spPr>
          <a:xfrm>
            <a:off x="4892040" y="146303"/>
            <a:ext cx="363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</a:p>
        </p:txBody>
      </p:sp>
    </p:spTree>
    <p:extLst>
      <p:ext uri="{BB962C8B-B14F-4D97-AF65-F5344CB8AC3E}">
        <p14:creationId xmlns:p14="http://schemas.microsoft.com/office/powerpoint/2010/main" val="4136828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40019F-8355-0629-FED2-DD633BE9D3BA}"/>
              </a:ext>
            </a:extLst>
          </p:cNvPr>
          <p:cNvSpPr txBox="1"/>
          <p:nvPr/>
        </p:nvSpPr>
        <p:spPr>
          <a:xfrm>
            <a:off x="2489454" y="1277124"/>
            <a:ext cx="815416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Original Image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clear and undistorted reference image with all details preserved.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as the baseline for comparing different types of distortion.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Blurred Image — Gaussian Blur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Blurring reduces sharpness and removes fine details from the image.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make edges and objects difficult to detect accurately.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Noisy Image — Gaussian Noise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adds random pixel variations to the image.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image quality and can affect feature extraction and object detection.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Compressed Image — JPEG Compression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reduces image size by removing some image information.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compression creates visible artifacts and loss of fine details.</a:t>
            </a:r>
          </a:p>
        </p:txBody>
      </p:sp>
    </p:spTree>
    <p:extLst>
      <p:ext uri="{BB962C8B-B14F-4D97-AF65-F5344CB8AC3E}">
        <p14:creationId xmlns:p14="http://schemas.microsoft.com/office/powerpoint/2010/main" val="4121416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8D5BB-C8A2-716E-F292-2BCC43BCD0E5}"/>
              </a:ext>
            </a:extLst>
          </p:cNvPr>
          <p:cNvSpPr txBox="1"/>
          <p:nvPr/>
        </p:nvSpPr>
        <p:spPr>
          <a:xfrm>
            <a:off x="2343150" y="997911"/>
            <a:ext cx="609447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distortion analysis is important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Surveillance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Inspection in Manufacturing </a:t>
            </a:r>
          </a:p>
        </p:txBody>
      </p:sp>
    </p:spTree>
    <p:extLst>
      <p:ext uri="{BB962C8B-B14F-4D97-AF65-F5344CB8AC3E}">
        <p14:creationId xmlns:p14="http://schemas.microsoft.com/office/powerpoint/2010/main" val="1800366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1B2554-0CD0-313D-994C-AD02B8E7EF43}"/>
              </a:ext>
            </a:extLst>
          </p:cNvPr>
          <p:cNvSpPr txBox="1"/>
          <p:nvPr/>
        </p:nvSpPr>
        <p:spPr>
          <a:xfrm>
            <a:off x="2215134" y="929884"/>
            <a:ext cx="8775954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distortion degrades image quality.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distortions have different causes and effects.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Distortions reduce the performance of image processing algorithms.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distortion helps in designing better image enhancement and restoration methods.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Statement:</a:t>
            </a:r>
          </a:p>
          <a:p>
            <a:pPr>
              <a:buNone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distortion is essential for improving the reliability and accuracy of computer vision systems.</a:t>
            </a:r>
          </a:p>
        </p:txBody>
      </p:sp>
    </p:spTree>
    <p:extLst>
      <p:ext uri="{BB962C8B-B14F-4D97-AF65-F5344CB8AC3E}">
        <p14:creationId xmlns:p14="http://schemas.microsoft.com/office/powerpoint/2010/main" val="3619119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7B211B-987A-8C0F-988B-8CC91648CAC8}"/>
              </a:ext>
            </a:extLst>
          </p:cNvPr>
          <p:cNvSpPr txBox="1"/>
          <p:nvPr/>
        </p:nvSpPr>
        <p:spPr>
          <a:xfrm>
            <a:off x="3703320" y="2652439"/>
            <a:ext cx="70043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latin typeface="Tempus Sans ITC" panose="04020404030D070202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3732209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</TotalTime>
  <Words>357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Tempus Sans ITC</vt:lpstr>
      <vt:lpstr>Times New Roman</vt:lpstr>
      <vt:lpstr>Wingdings 3</vt:lpstr>
      <vt:lpstr>Wisp</vt:lpstr>
      <vt:lpstr>Analyze Image Distortion and Its Effect on 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Chandana Malli</dc:creator>
  <cp:lastModifiedBy>Chandana Malli</cp:lastModifiedBy>
  <cp:revision>3</cp:revision>
  <dcterms:created xsi:type="dcterms:W3CDTF">2026-07-24T07:03:53Z</dcterms:created>
  <dcterms:modified xsi:type="dcterms:W3CDTF">2026-07-25T12:29:31Z</dcterms:modified>
</cp:coreProperties>
</file>